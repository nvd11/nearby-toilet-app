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Alice 专属定制：一个简单的出入动画效果~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