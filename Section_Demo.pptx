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第一部分：市场分析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2026年Q1市场回顾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市场分析详情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这里是第一部分的详细内容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第二部分：产品规划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Q2产品迭代路线图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规划详情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这里是第二部分的详细内容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