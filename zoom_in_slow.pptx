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Alice 专属定制：慢动作版的远处插入（时长 2.5 秒）~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!-- Changed duration from 500 to 2500 -->
                                        <p:cTn id="7" dur="2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