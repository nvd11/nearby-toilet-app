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0" y="-18288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Alice 降维打击：平滑切换 (Morph) 飞入效果！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Alice 降维打击：平滑切换 (Morph) 飞入效果！</a:t>
            </a:r>
          </a:p>
        </p:txBody>
      </p:sp>
    </p:spTree>
  </p:cSld>
  <p:transition xmlns:p14="http://schemas.microsoft.com/office/powerpoint/2010/main" spd="slow">
    <p14:morph option="byObject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