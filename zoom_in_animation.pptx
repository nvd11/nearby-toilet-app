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Alice 专属定制：文字从远处飞入 (Fly In) / 缩放进入的效果~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