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Alice 专属定制：渐入渐出 (Fade In/Out) 动画效果~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Tn id="6" dur="500" fill="hold"/>
                                      <p:tgtEl>
                                        <p:spTgt spid="3">
                                          <p:bg/>
                                        </p:spTgt>
                                      </p:tgtEl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