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ReAct Agent 核心原理解析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让大模型学会思考与行动</a:t>
            </a:r>
          </a:p>
          <a:p/>
          <a:p>
            <a:r>
              <a:t>分享人：Jason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什么是 ReAct？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= Reasoning (推理) + Acting (行动)</a:t>
            </a:r>
          </a:p>
          <a:p>
            <a:pPr lvl="1"/>
            <a:r>
              <a:t>传统的 AI 只能被动地根据内置知识回答问题（纯思考）。</a:t>
            </a:r>
          </a:p>
          <a:p>
            <a:pPr lvl="1"/>
            <a:r>
              <a:t>ReAct 模式赋予了 AI “思考 + 动手” 的能力。</a:t>
            </a:r>
          </a:p>
          <a:p>
            <a:pPr lvl="1"/>
            <a:r>
              <a:t>核心理念：让 AI 像人类一样，先分析问题，再决定使用什么工具，最后根据工具反馈继续思考。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ReAct 的核心运转机制 (The Loop)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经典的“三步循环”架构：</a:t>
            </a:r>
          </a:p>
          <a:p>
            <a:pPr lvl="1"/>
            <a:r>
              <a:t>🤔 Thought (思考): AI 分析当前面临的问题，决定下一步需要做什么。</a:t>
            </a:r>
          </a:p>
          <a:p>
            <a:pPr lvl="1"/>
            <a:r>
              <a:t>🛠️ Action (行动): AI 决定调用哪个外部工具（如：网络搜索、查数据库、执行代码）。</a:t>
            </a:r>
          </a:p>
          <a:p>
            <a:pPr lvl="1"/>
            <a:r>
              <a:t>👀 Observation (观察): 外部工具返回结果，AI 观察这个结果，决定是继续循环还是输出最终答案。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为什么我们需要 ReAct？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打破知识孤岛</a:t>
            </a:r>
          </a:p>
          <a:p>
            <a:pPr lvl="1"/>
            <a:r>
              <a:t>解决 LLM 数据过时导致的“幻觉”，能够实时检索最新信息。</a:t>
            </a:r>
          </a:p>
          <a:p>
            <a:pPr/>
            <a:r>
              <a:t>复杂任务拆解与自纠错</a:t>
            </a:r>
          </a:p>
          <a:p>
            <a:pPr lvl="1"/>
            <a:r>
              <a:t>面对需要多步解决的问题，可以一步步执行，遇到错误能自我纠正。</a:t>
            </a:r>
          </a:p>
          <a:p>
            <a:pPr/>
            <a:r>
              <a:t>连接真实世界</a:t>
            </a:r>
          </a:p>
          <a:p>
            <a:pPr lvl="1"/>
            <a:r>
              <a:t>让大模型从“聊天机器”进化为可操作 API、控制系统的“智能助理”。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一个生动的例子：买电脑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用户提问：帮我对比昨晚发布的苹果新MacBook和上一代的参数。</a:t>
            </a:r>
          </a:p>
          <a:p>
            <a:pPr lvl="1"/>
            <a:r>
              <a:t>Thought 1: 我需要知道昨晚发布了什么。</a:t>
            </a:r>
          </a:p>
          <a:p>
            <a:pPr lvl="1"/>
            <a:r>
              <a:t>Action 1: [Web Search] 最新苹果发布会MacBook参数。</a:t>
            </a:r>
          </a:p>
          <a:p>
            <a:pPr lvl="1"/>
            <a:r>
              <a:t>Observation 1: 获得了 M4 芯片 MacBook 的参数。</a:t>
            </a:r>
          </a:p>
          <a:p>
            <a:pPr lvl="1"/>
            <a:r>
              <a:t>Thought 2: 我还需要上一代 M3 的参数对比。</a:t>
            </a:r>
          </a:p>
          <a:p>
            <a:pPr lvl="1"/>
            <a:r>
              <a:t>Action 2: [Search] M3 MacBook 参数。</a:t>
            </a:r>
          </a:p>
          <a:p>
            <a:pPr lvl="1"/>
            <a:r>
              <a:t>Thought 3/Action 3: 信息充足，生成最终对比建议。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