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Alice 专属定制：真正的飞入动画 (Fly In) 慢动作~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dir="pts">
                                      <p:cBhvr>
                                        <p:cTn id="7" dur="2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